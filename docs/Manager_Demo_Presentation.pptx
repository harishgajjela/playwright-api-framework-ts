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Playwright API Automation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Using TypeScript and GitHub Copilot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Engineering Management Demo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Lightweight, reusable, and CI-ready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Learn modern API automation design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Validate CRUD operations reliably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Deliver a reusable framework for future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Playwright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TypeScript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Node.js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GitHub Actions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JSONPlaceholder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Framework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Test Layer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Service Layer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API Client Layer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External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Framework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ApiClient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Service Layer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Test Layer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CRUD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Create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Read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Update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Delete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Status and payload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Reporting and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HTML report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JSON report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JUnit report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GitHub Actions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Environment management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Error handling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Logging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CI improvements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GitHub Copilot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Prompt-driven development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Faster implementation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Documentation generation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Iterative refinement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Future Roadmap and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Authentication management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Schema validation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Secrets management</a:t>
            </a:r>
          </a:p>
          <a:p>
            <a:pPr algn="l">
              <a:defRPr sz="2000">
                <a:solidFill>
                  <a:srgbClr val="333333"/>
                </a:solidFill>
                <a:latin typeface="Calibri"/>
              </a:defRPr>
            </a:pPr>
            <a:r>
              <a:t>Enterprise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